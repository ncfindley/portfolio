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58" r:id="rId6"/>
    <p:sldId id="285" r:id="rId7"/>
    <p:sldId id="274" r:id="rId8"/>
    <p:sldId id="277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41A8F-F289-3EA9-1AAA-918484683706}" v="371" dt="2025-11-23T23:43:07.533"/>
    <p1510:client id="{82A30391-4194-DDA6-6DBF-84F8D1CFCF04}" v="1" dt="2025-11-24T00:33:11.50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11/23/2025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11/23/2025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The Financial Cost of Childcare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E1711-964B-947D-FC32-9E1868FF3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844" y="609600"/>
            <a:ext cx="9342823" cy="1447800"/>
          </a:xfrm>
        </p:spPr>
        <p:txBody>
          <a:bodyPr anchor="t">
            <a:normAutofit/>
          </a:bodyPr>
          <a:lstStyle/>
          <a:p>
            <a:r>
              <a:rPr lang="en-US"/>
              <a:t>Rising Costs over a Decade (2008 – 2018)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710" y="1612536"/>
            <a:ext cx="4102737" cy="4616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data shows that cost is maintained and increases year to year throughout the decade with infant care being the most expensive, followed by Toddler care and finally Preschool care.</a:t>
            </a:r>
          </a:p>
        </p:txBody>
      </p:sp>
      <p:pic>
        <p:nvPicPr>
          <p:cNvPr id="4" name="Picture 3" descr="A graph of a number of children&amp;#39;s age groups&#10;&#10;AI-generated content may be incorrect.">
            <a:extLst>
              <a:ext uri="{FF2B5EF4-FFF2-40B4-BE49-F238E27FC236}">
                <a16:creationId xmlns:a16="http://schemas.microsoft.com/office/drawing/2014/main" id="{86D08274-E53D-54B5-6B7A-6E050C38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483" y="2665049"/>
            <a:ext cx="7002860" cy="350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1730D9EC-9455-B4C5-A18E-56C480FC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921" y="180555"/>
            <a:ext cx="5197999" cy="6497053"/>
          </a:xfrm>
          <a:prstGeom prst="rect">
            <a:avLst/>
          </a:prstGeom>
        </p:spPr>
      </p:pic>
      <p:sp>
        <p:nvSpPr>
          <p:cNvPr id="71" name="Title 1">
            <a:extLst>
              <a:ext uri="{FF2B5EF4-FFF2-40B4-BE49-F238E27FC236}">
                <a16:creationId xmlns:a16="http://schemas.microsoft.com/office/drawing/2014/main" id="{59DD8F70-7A0C-BBAF-B87C-87472FE8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608" y="2525737"/>
            <a:ext cx="5208448" cy="906913"/>
          </a:xfrm>
        </p:spPr>
        <p:txBody>
          <a:bodyPr anchor="b">
            <a:normAutofit/>
          </a:bodyPr>
          <a:lstStyle/>
          <a:p>
            <a:r>
              <a:rPr lang="en-US"/>
              <a:t>Cost Disparity Between States</a:t>
            </a:r>
          </a:p>
        </p:txBody>
      </p:sp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/>
              <a:t>Summary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/>
              <a:t>The reports show that childcare is increasing every year and the burden to new parents are ever increasing.</a:t>
            </a:r>
          </a:p>
          <a:p>
            <a:pPr>
              <a:buClr>
                <a:srgbClr val="595959"/>
              </a:buClr>
            </a:pPr>
            <a:r>
              <a:rPr lang="en-US"/>
              <a:t>The location has a profound impact on childcare cost.  Mississippi was one of the lowest CDC compared to California.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/>
              <a:t>The information can provide parents with better understanding where to raise their children.</a:t>
            </a:r>
          </a:p>
          <a:p>
            <a:pPr>
              <a:buClr>
                <a:srgbClr val="595959"/>
              </a:buClr>
            </a:pPr>
            <a:r>
              <a:rPr lang="en-US"/>
              <a:t>The charts also can inform young marriage couples about the importance of economics in their areas and how to plan for future children. 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/>
          <a:lstStyle/>
          <a:p>
            <a:r>
              <a:rPr lang="en-US"/>
              <a:t>Nels Findley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Custom</vt:lpstr>
      <vt:lpstr>The Financial Cost of Childcare</vt:lpstr>
      <vt:lpstr>Rising Costs over a Decade (2008 – 2018)</vt:lpstr>
      <vt:lpstr>Cost Disparity Between States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</cp:revision>
  <dcterms:created xsi:type="dcterms:W3CDTF">2025-11-23T22:38:00Z</dcterms:created>
  <dcterms:modified xsi:type="dcterms:W3CDTF">2025-11-24T00:33:26Z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